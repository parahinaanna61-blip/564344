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5" r:id="rId9"/>
    <p:sldId id="261" r:id="rId10"/>
    <p:sldId id="262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09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245BAF9F-AB3A-4371-892C-0D114485C7AE}" type="datetimeFigureOut">
              <a:rPr lang="ru-RU" smtClean="0"/>
              <a:t>04.02.2019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ACB786C-BB2B-4DF6-8AD9-454C8CCF3F15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Автоматизация бизнес-процессов.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85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algn="just"/>
            <a:r>
              <a:rPr lang="ru-RU" sz="2800" dirty="0" smtClean="0"/>
              <a:t>Информационная система (ИС) собирает, обрабатывает, хранит, анализирует и распространяет информацию для определенных целей. ИС включает входную информацию (данные, инструкции) и выходную информацию (отчеты, расчеты).</a:t>
            </a:r>
          </a:p>
          <a:p>
            <a:pPr algn="just"/>
            <a:endParaRPr lang="ru-RU" sz="2800" dirty="0" smtClean="0"/>
          </a:p>
          <a:p>
            <a:pPr algn="just"/>
            <a:r>
              <a:rPr lang="ru-RU" sz="2800" dirty="0" smtClean="0"/>
              <a:t>Цель функционирования информационной системы (ИС) организации - производство нужной для организации информации, создание информационной и технической сред для осуществления управления информацией.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703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09600" y="620688"/>
            <a:ext cx="7924800" cy="5094312"/>
          </a:xfrm>
        </p:spPr>
        <p:txBody>
          <a:bodyPr>
            <a:normAutofit/>
          </a:bodyPr>
          <a:lstStyle/>
          <a:p>
            <a:pPr algn="just"/>
            <a:r>
              <a:rPr lang="ru-RU" sz="3200" dirty="0"/>
              <a:t>Информационные системы современных предприятий представляют собой сложные системы, включающие как разнообразные компьютерные платформы, операционные системы, сетевые архитектуры, так и различные программные комплексы, предназначенные для решения своих частных задач (управление знаниями, документооборотом, материалами, финансами и т.д.).</a:t>
            </a:r>
          </a:p>
        </p:txBody>
      </p:sp>
    </p:spTree>
    <p:extLst>
      <p:ext uri="{BB962C8B-B14F-4D97-AF65-F5344CB8AC3E}">
        <p14:creationId xmlns:p14="http://schemas.microsoft.com/office/powerpoint/2010/main" val="304729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Эволюция подходов к автоматизации деятельности организации.</a:t>
            </a:r>
            <a:br>
              <a:rPr lang="ru-RU" sz="32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800" dirty="0"/>
          </a:p>
          <a:p>
            <a:r>
              <a:rPr lang="ru-RU" sz="3200" dirty="0"/>
              <a:t>Хаотичная </a:t>
            </a:r>
            <a:r>
              <a:rPr lang="ru-RU" sz="3200" dirty="0" smtClean="0"/>
              <a:t>автоматизация</a:t>
            </a:r>
          </a:p>
          <a:p>
            <a:r>
              <a:rPr lang="ru-RU" sz="3200" dirty="0" smtClean="0"/>
              <a:t>Автоматизация </a:t>
            </a:r>
            <a:r>
              <a:rPr lang="ru-RU" sz="3200" dirty="0"/>
              <a:t>по </a:t>
            </a:r>
            <a:r>
              <a:rPr lang="ru-RU" sz="3200" dirty="0" smtClean="0"/>
              <a:t>участкам</a:t>
            </a:r>
          </a:p>
          <a:p>
            <a:r>
              <a:rPr lang="ru-RU" sz="3200" dirty="0"/>
              <a:t>Автоматизация по </a:t>
            </a:r>
            <a:r>
              <a:rPr lang="ru-RU" sz="3200" dirty="0" smtClean="0"/>
              <a:t>направлениям</a:t>
            </a:r>
          </a:p>
          <a:p>
            <a:r>
              <a:rPr lang="ru-RU" sz="3200" dirty="0"/>
              <a:t>Комплексная автоматизация деятельности организации</a:t>
            </a:r>
            <a:endParaRPr lang="ru-RU" sz="32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26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Хаотичная автоматизация</a:t>
            </a:r>
            <a:br>
              <a:rPr lang="ru-RU" sz="32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43012"/>
            <a:ext cx="6271592" cy="49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646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354013" algn="just">
              <a:buNone/>
            </a:pPr>
            <a:r>
              <a:rPr lang="ru-RU" sz="2800" dirty="0"/>
              <a:t>Хаотичная автоматизация - исторический путь многих организаций. Несмотря на кажущуюся дешевизну данного подхода, при росте масштабов возникают большие проблемы с интеграцией и обслуживанием разнородных программ, что приводит к дублированию данных работ и дополнительным затратам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935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Автоматизация по участкам</a:t>
            </a:r>
            <a:br>
              <a:rPr lang="ru-RU" sz="32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60498"/>
            <a:ext cx="7911665" cy="5536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023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11560" y="332656"/>
            <a:ext cx="7924800" cy="4114800"/>
          </a:xfrm>
        </p:spPr>
        <p:txBody>
          <a:bodyPr>
            <a:noAutofit/>
          </a:bodyPr>
          <a:lstStyle/>
          <a:p>
            <a:pPr marL="0" indent="628650" algn="just">
              <a:buNone/>
            </a:pPr>
            <a:r>
              <a:rPr lang="ru-RU" sz="2800" dirty="0"/>
              <a:t>Следующий вариант автоматизации - автоматизация по участкам, которая подразумевает выделение определенного участка бизнес-процесса и обеспечение его требуемыми информационными системами. Достаточно не затратный подход, который автоматизирует обособленные функциональные подразделения. При этом возникают проблемы с интеграцией решений различных отделов и департаментов внутри организации. </a:t>
            </a:r>
            <a:endParaRPr lang="ru-RU" sz="2800" dirty="0" smtClean="0"/>
          </a:p>
          <a:p>
            <a:pPr marL="0" indent="628650" algn="just">
              <a:buNone/>
            </a:pPr>
            <a:r>
              <a:rPr lang="ru-RU" sz="2800" dirty="0" smtClean="0"/>
              <a:t>Данный </a:t>
            </a:r>
            <a:r>
              <a:rPr lang="ru-RU" sz="2800" dirty="0"/>
              <a:t>подход к автоматизации активно использовался при функциональном управлении.</a:t>
            </a:r>
          </a:p>
        </p:txBody>
      </p:sp>
    </p:spTree>
    <p:extLst>
      <p:ext uri="{BB962C8B-B14F-4D97-AF65-F5344CB8AC3E}">
        <p14:creationId xmlns:p14="http://schemas.microsoft.com/office/powerpoint/2010/main" val="13544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Автоматизация по направлениям</a:t>
            </a:r>
            <a:br>
              <a:rPr lang="ru-RU" sz="32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19250"/>
            <a:ext cx="7746464" cy="490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967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Комплексная автоматизация деятельности организации</a:t>
            </a:r>
            <a:br>
              <a:rPr lang="ru-RU" sz="32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334024" cy="510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709620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изонт">
  <a:themeElements>
    <a:clrScheme name="Горизонт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оризонт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107</TotalTime>
  <Words>234</Words>
  <Application>Microsoft Office PowerPoint</Application>
  <PresentationFormat>Экран (4:3)</PresentationFormat>
  <Paragraphs>18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Горизонт</vt:lpstr>
      <vt:lpstr>Автоматизация бизнес-процессов.</vt:lpstr>
      <vt:lpstr>Презентация PowerPoint</vt:lpstr>
      <vt:lpstr>Презентация PowerPoint</vt:lpstr>
      <vt:lpstr>Эволюция подходов к автоматизации деятельности организации. </vt:lpstr>
      <vt:lpstr>Хаотичная автоматизация </vt:lpstr>
      <vt:lpstr>Презентация PowerPoint</vt:lpstr>
      <vt:lpstr>Автоматизация по участкам </vt:lpstr>
      <vt:lpstr>Презентация PowerPoint</vt:lpstr>
      <vt:lpstr>Автоматизация по направлениям </vt:lpstr>
      <vt:lpstr>Комплексная автоматизация деятельности организации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бизнес-процессов.</dc:title>
  <dc:creator>sadyshkin</dc:creator>
  <cp:lastModifiedBy>sadyshkin</cp:lastModifiedBy>
  <cp:revision>7</cp:revision>
  <dcterms:created xsi:type="dcterms:W3CDTF">2019-02-04T09:51:54Z</dcterms:created>
  <dcterms:modified xsi:type="dcterms:W3CDTF">2019-02-04T11:39:20Z</dcterms:modified>
</cp:coreProperties>
</file>